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637" autoAdjust="0"/>
  </p:normalViewPr>
  <p:slideViewPr>
    <p:cSldViewPr snapToGrid="0" snapToObjects="1">
      <p:cViewPr varScale="1">
        <p:scale>
          <a:sx n="109" d="100"/>
          <a:sy n="109" d="100"/>
        </p:scale>
        <p:origin x="453" y="5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827851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Wstęp</a:t>
            </a:r>
            <a:r>
              <a:rPr dirty="0"/>
              <a:t> (30 </a:t>
            </a:r>
            <a:r>
              <a:rPr dirty="0" err="1"/>
              <a:t>sekund</a:t>
            </a:r>
            <a:r>
              <a:rPr dirty="0"/>
              <a:t>): </a:t>
            </a:r>
            <a:r>
              <a:rPr dirty="0" err="1"/>
              <a:t>Dzień</a:t>
            </a:r>
            <a:r>
              <a:rPr dirty="0"/>
              <a:t> </a:t>
            </a:r>
            <a:r>
              <a:rPr dirty="0" err="1"/>
              <a:t>dobry</a:t>
            </a:r>
            <a:r>
              <a:rPr dirty="0"/>
              <a:t>, </a:t>
            </a:r>
            <a:r>
              <a:rPr dirty="0" err="1"/>
              <a:t>nazywamy</a:t>
            </a:r>
            <a:r>
              <a:rPr dirty="0"/>
              <a:t> </a:t>
            </a:r>
            <a:r>
              <a:rPr dirty="0" err="1"/>
              <a:t>się</a:t>
            </a:r>
            <a:r>
              <a:rPr dirty="0"/>
              <a:t> Maciej Modzelewski </a:t>
            </a:r>
            <a:r>
              <a:rPr dirty="0" err="1"/>
              <a:t>i</a:t>
            </a:r>
            <a:r>
              <a:rPr dirty="0"/>
              <a:t> Jakub Wrzosek. </a:t>
            </a:r>
            <a:r>
              <a:rPr dirty="0" err="1"/>
              <a:t>Chcemy</a:t>
            </a:r>
            <a:r>
              <a:rPr dirty="0"/>
              <a:t> </a:t>
            </a:r>
            <a:r>
              <a:rPr dirty="0" err="1"/>
              <a:t>zaprezentować</a:t>
            </a:r>
            <a:r>
              <a:rPr dirty="0"/>
              <a:t> </a:t>
            </a:r>
            <a:r>
              <a:rPr dirty="0" err="1"/>
              <a:t>Państwu</a:t>
            </a:r>
            <a:r>
              <a:rPr dirty="0"/>
              <a:t> </a:t>
            </a:r>
            <a:r>
              <a:rPr dirty="0" err="1"/>
              <a:t>projekt</a:t>
            </a:r>
            <a:r>
              <a:rPr dirty="0"/>
              <a:t> </a:t>
            </a:r>
            <a:r>
              <a:rPr dirty="0" err="1"/>
              <a:t>systemu</a:t>
            </a:r>
            <a:r>
              <a:rPr dirty="0"/>
              <a:t> </a:t>
            </a:r>
            <a:r>
              <a:rPr dirty="0" err="1"/>
              <a:t>informatycznego</a:t>
            </a:r>
            <a:r>
              <a:rPr dirty="0"/>
              <a:t> </a:t>
            </a:r>
            <a:r>
              <a:rPr dirty="0" err="1"/>
              <a:t>dla</a:t>
            </a:r>
            <a:r>
              <a:rPr dirty="0"/>
              <a:t> Sieci </a:t>
            </a:r>
            <a:r>
              <a:rPr dirty="0" err="1"/>
              <a:t>Hoteli</a:t>
            </a:r>
            <a:r>
              <a:rPr dirty="0"/>
              <a:t> X-Hotels</a:t>
            </a:r>
            <a:r>
              <a:rPr lang="en-US" dirty="0"/>
              <a:t> -</a:t>
            </a:r>
            <a:r>
              <a:rPr lang="pl-PL" i="1" dirty="0"/>
              <a:t>nowoczesny system, który całkowicie zmieni to, jak hotele obsługują swoich gości.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Hook i Problem (1 minuta): Czy zdarzyło się Państwu przyjechać zmęczonym do hotelu i czekać w półgodzinnej kolejce na wydanie klucza? Naszym klientom też. Hotele tracą wizerunek przez przestarzałe systemy, które nie odświeżają dostępności pokoi na czas, co prowadzi do najgorszego koszmaru - overbookingu. To strata pieniędzy i zaufania.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Rozwiązanie</a:t>
            </a:r>
            <a:r>
              <a:rPr dirty="0"/>
              <a:t> (1.5 </a:t>
            </a:r>
            <a:r>
              <a:rPr dirty="0" err="1"/>
              <a:t>minuty</a:t>
            </a:r>
            <a:r>
              <a:rPr dirty="0"/>
              <a:t>): Nasz system to </a:t>
            </a:r>
            <a:r>
              <a:rPr dirty="0" err="1"/>
              <a:t>nie</a:t>
            </a:r>
            <a:r>
              <a:rPr dirty="0"/>
              <a:t> </a:t>
            </a:r>
            <a:r>
              <a:rPr dirty="0" err="1"/>
              <a:t>tylko</a:t>
            </a:r>
            <a:r>
              <a:rPr dirty="0"/>
              <a:t> </a:t>
            </a:r>
            <a:r>
              <a:rPr dirty="0" err="1"/>
              <a:t>ładny</a:t>
            </a:r>
            <a:r>
              <a:rPr dirty="0"/>
              <a:t> </a:t>
            </a:r>
            <a:r>
              <a:rPr dirty="0" err="1"/>
              <a:t>interfejs</a:t>
            </a:r>
            <a:r>
              <a:rPr dirty="0"/>
              <a:t>. To </a:t>
            </a:r>
            <a:r>
              <a:rPr dirty="0" err="1"/>
              <a:t>scentralizowane</a:t>
            </a:r>
            <a:r>
              <a:rPr dirty="0"/>
              <a:t> </a:t>
            </a:r>
            <a:r>
              <a:rPr dirty="0" err="1"/>
              <a:t>serce</a:t>
            </a:r>
            <a:r>
              <a:rPr dirty="0"/>
              <a:t> </a:t>
            </a:r>
            <a:r>
              <a:rPr dirty="0" err="1"/>
              <a:t>zarządzania</a:t>
            </a:r>
            <a:r>
              <a:rPr dirty="0"/>
              <a:t> </a:t>
            </a:r>
            <a:r>
              <a:rPr dirty="0" err="1"/>
              <a:t>hotelem</a:t>
            </a:r>
            <a:r>
              <a:rPr dirty="0"/>
              <a:t>. </a:t>
            </a:r>
            <a:r>
              <a:rPr dirty="0" err="1"/>
              <a:t>Składa</a:t>
            </a:r>
            <a:r>
              <a:rPr dirty="0"/>
              <a:t> </a:t>
            </a:r>
            <a:r>
              <a:rPr dirty="0" err="1"/>
              <a:t>się</a:t>
            </a:r>
            <a:r>
              <a:rPr dirty="0"/>
              <a:t> z </a:t>
            </a:r>
            <a:r>
              <a:rPr dirty="0" err="1"/>
              <a:t>aplikacji</a:t>
            </a:r>
            <a:r>
              <a:rPr dirty="0"/>
              <a:t> </a:t>
            </a:r>
            <a:r>
              <a:rPr dirty="0" err="1"/>
              <a:t>dla</a:t>
            </a:r>
            <a:r>
              <a:rPr dirty="0"/>
              <a:t> </a:t>
            </a:r>
            <a:r>
              <a:rPr dirty="0" err="1"/>
              <a:t>gościa</a:t>
            </a:r>
            <a:r>
              <a:rPr dirty="0"/>
              <a:t>, w </a:t>
            </a:r>
            <a:r>
              <a:rPr dirty="0" err="1"/>
              <a:t>której</a:t>
            </a:r>
            <a:r>
              <a:rPr dirty="0"/>
              <a:t> </a:t>
            </a:r>
            <a:r>
              <a:rPr dirty="0" err="1"/>
              <a:t>dokonuje</a:t>
            </a:r>
            <a:r>
              <a:rPr dirty="0"/>
              <a:t> on </a:t>
            </a:r>
            <a:r>
              <a:rPr dirty="0" err="1"/>
              <a:t>pełnej</a:t>
            </a:r>
            <a:r>
              <a:rPr dirty="0"/>
              <a:t>, </a:t>
            </a:r>
            <a:r>
              <a:rPr dirty="0" err="1"/>
              <a:t>opłaconej</a:t>
            </a:r>
            <a:r>
              <a:rPr dirty="0"/>
              <a:t> </a:t>
            </a:r>
            <a:r>
              <a:rPr dirty="0" err="1"/>
              <a:t>rezerwacji</a:t>
            </a:r>
            <a:r>
              <a:rPr dirty="0"/>
              <a:t> </a:t>
            </a:r>
            <a:r>
              <a:rPr dirty="0" err="1"/>
              <a:t>oraz</a:t>
            </a:r>
            <a:r>
              <a:rPr dirty="0"/>
              <a:t> </a:t>
            </a:r>
            <a:r>
              <a:rPr dirty="0" err="1"/>
              <a:t>aplikacji</a:t>
            </a:r>
            <a:r>
              <a:rPr dirty="0"/>
              <a:t> </a:t>
            </a:r>
            <a:r>
              <a:rPr dirty="0" err="1"/>
              <a:t>dla</a:t>
            </a:r>
            <a:r>
              <a:rPr dirty="0"/>
              <a:t> </a:t>
            </a:r>
            <a:r>
              <a:rPr dirty="0" err="1"/>
              <a:t>recepcjonisty</a:t>
            </a:r>
            <a:r>
              <a:t>. </a:t>
            </a:r>
            <a:r>
              <a:rPr lang="pl-PL"/>
              <a:t>Połączyliśmy płatności online bezpośrednio z logiką hotelu i fizycznym wydawaniem kluczy.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Korzyści</a:t>
            </a:r>
            <a:r>
              <a:rPr dirty="0"/>
              <a:t> (1.5 </a:t>
            </a:r>
            <a:r>
              <a:rPr dirty="0" err="1"/>
              <a:t>minuty</a:t>
            </a:r>
            <a:r>
              <a:rPr dirty="0"/>
              <a:t>): Co to </a:t>
            </a:r>
            <a:r>
              <a:rPr dirty="0" err="1"/>
              <a:t>oznacza</a:t>
            </a:r>
            <a:r>
              <a:rPr dirty="0"/>
              <a:t> w </a:t>
            </a:r>
            <a:r>
              <a:rPr dirty="0" err="1"/>
              <a:t>praktyce</a:t>
            </a:r>
            <a:r>
              <a:rPr dirty="0"/>
              <a:t> </a:t>
            </a:r>
            <a:r>
              <a:rPr dirty="0" err="1"/>
              <a:t>biznesowej</a:t>
            </a:r>
            <a:r>
              <a:rPr dirty="0"/>
              <a:t>? </a:t>
            </a:r>
            <a:r>
              <a:rPr dirty="0" err="1"/>
              <a:t>Gwarantujemy</a:t>
            </a:r>
            <a:r>
              <a:rPr dirty="0"/>
              <a:t> SLA 99,9%</a:t>
            </a:r>
            <a:r>
              <a:rPr lang="en-US" dirty="0"/>
              <a:t> (</a:t>
            </a:r>
            <a:r>
              <a:rPr lang="en-US" dirty="0" err="1"/>
              <a:t>gwarancja</a:t>
            </a:r>
            <a:r>
              <a:rPr lang="en-US" dirty="0"/>
              <a:t> </a:t>
            </a:r>
            <a:r>
              <a:rPr lang="en-US" dirty="0" err="1"/>
              <a:t>dostepnosci</a:t>
            </a:r>
            <a:r>
              <a:rPr lang="en-US" dirty="0"/>
              <a:t> </a:t>
            </a:r>
            <a:r>
              <a:rPr lang="en-US" dirty="0" err="1"/>
              <a:t>systemu</a:t>
            </a:r>
            <a:r>
              <a:rPr lang="en-US" dirty="0"/>
              <a:t> </a:t>
            </a:r>
            <a:r>
              <a:rPr lang="pl-PL" dirty="0"/>
              <a:t>43 minuty i 50 sekund</a:t>
            </a:r>
            <a:r>
              <a:rPr lang="en-US" dirty="0"/>
              <a:t>)</a:t>
            </a:r>
            <a:r>
              <a:rPr dirty="0"/>
              <a:t>, a </a:t>
            </a:r>
            <a:r>
              <a:rPr dirty="0" err="1"/>
              <a:t>wyszukiwanie</a:t>
            </a:r>
            <a:r>
              <a:rPr dirty="0"/>
              <a:t> </a:t>
            </a:r>
            <a:r>
              <a:rPr dirty="0" err="1"/>
              <a:t>pokoi</a:t>
            </a:r>
            <a:r>
              <a:rPr dirty="0"/>
              <a:t> to </a:t>
            </a:r>
            <a:r>
              <a:rPr dirty="0" err="1"/>
              <a:t>mniej</a:t>
            </a:r>
            <a:r>
              <a:rPr dirty="0"/>
              <a:t> </a:t>
            </a:r>
            <a:r>
              <a:rPr dirty="0" err="1"/>
              <a:t>niż</a:t>
            </a:r>
            <a:r>
              <a:rPr dirty="0"/>
              <a:t> 3 </a:t>
            </a:r>
            <a:r>
              <a:rPr dirty="0" err="1"/>
              <a:t>sekundy</a:t>
            </a:r>
            <a:r>
              <a:rPr dirty="0"/>
              <a:t>. </a:t>
            </a:r>
            <a:r>
              <a:rPr dirty="0" err="1"/>
              <a:t>Eliminujemy</a:t>
            </a:r>
            <a:r>
              <a:rPr dirty="0"/>
              <a:t> overbooking do </a:t>
            </a:r>
            <a:r>
              <a:rPr dirty="0" err="1"/>
              <a:t>zera</a:t>
            </a:r>
            <a:r>
              <a:rPr dirty="0"/>
              <a:t>. To </a:t>
            </a:r>
            <a:r>
              <a:rPr dirty="0" err="1"/>
              <a:t>optymalizuje</a:t>
            </a:r>
            <a:r>
              <a:rPr dirty="0"/>
              <a:t> </a:t>
            </a:r>
            <a:r>
              <a:rPr dirty="0" err="1"/>
              <a:t>koszty</a:t>
            </a:r>
            <a:r>
              <a:rPr dirty="0"/>
              <a:t>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znacząco</a:t>
            </a:r>
            <a:r>
              <a:rPr dirty="0"/>
              <a:t> </a:t>
            </a:r>
            <a:r>
              <a:rPr dirty="0" err="1"/>
              <a:t>poprawia</a:t>
            </a:r>
            <a:r>
              <a:rPr dirty="0"/>
              <a:t> User Experience, </a:t>
            </a:r>
            <a:r>
              <a:rPr dirty="0" err="1"/>
              <a:t>na</a:t>
            </a:r>
            <a:r>
              <a:rPr dirty="0"/>
              <a:t> co </a:t>
            </a:r>
            <a:r>
              <a:rPr dirty="0" err="1"/>
              <a:t>kładziemy</a:t>
            </a:r>
            <a:r>
              <a:rPr dirty="0"/>
              <a:t> </a:t>
            </a:r>
            <a:r>
              <a:rPr dirty="0" err="1"/>
              <a:t>ogromny</a:t>
            </a:r>
            <a:r>
              <a:rPr dirty="0"/>
              <a:t> </a:t>
            </a:r>
            <a:r>
              <a:rPr dirty="0" err="1"/>
              <a:t>nacisk</a:t>
            </a:r>
            <a:r>
              <a:rPr dirty="0"/>
              <a:t> w </a:t>
            </a:r>
            <a:r>
              <a:rPr dirty="0" err="1"/>
              <a:t>naszym</a:t>
            </a:r>
            <a:r>
              <a:rPr dirty="0"/>
              <a:t> </a:t>
            </a:r>
            <a:r>
              <a:rPr dirty="0" err="1"/>
              <a:t>projekcie</a:t>
            </a:r>
            <a:r>
              <a:rPr dirty="0"/>
              <a:t> 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Wizja</a:t>
            </a:r>
            <a:r>
              <a:rPr dirty="0"/>
              <a:t> (1 </a:t>
            </a:r>
            <a:r>
              <a:rPr dirty="0" err="1"/>
              <a:t>minuta</a:t>
            </a:r>
            <a:r>
              <a:rPr dirty="0"/>
              <a:t>): </a:t>
            </a:r>
            <a:r>
              <a:rPr dirty="0" err="1"/>
              <a:t>Wyobraźmy</a:t>
            </a:r>
            <a:r>
              <a:rPr dirty="0"/>
              <a:t> to </a:t>
            </a:r>
            <a:r>
              <a:rPr dirty="0" err="1"/>
              <a:t>sobie</a:t>
            </a:r>
            <a:r>
              <a:rPr dirty="0"/>
              <a:t>. Pan Jan </a:t>
            </a:r>
            <a:r>
              <a:rPr dirty="0" err="1"/>
              <a:t>znajduje</a:t>
            </a:r>
            <a:r>
              <a:rPr dirty="0"/>
              <a:t> z </a:t>
            </a:r>
            <a:r>
              <a:rPr dirty="0" err="1"/>
              <a:t>telefonu</a:t>
            </a:r>
            <a:r>
              <a:rPr dirty="0"/>
              <a:t> </a:t>
            </a:r>
            <a:r>
              <a:rPr dirty="0" err="1"/>
              <a:t>pokój</a:t>
            </a:r>
            <a:r>
              <a:rPr dirty="0"/>
              <a:t>, </a:t>
            </a:r>
            <a:r>
              <a:rPr dirty="0" err="1"/>
              <a:t>płaci</a:t>
            </a:r>
            <a:r>
              <a:rPr dirty="0"/>
              <a:t> </a:t>
            </a:r>
            <a:r>
              <a:rPr dirty="0" err="1"/>
              <a:t>jednym</a:t>
            </a:r>
            <a:r>
              <a:rPr dirty="0"/>
              <a:t> </a:t>
            </a:r>
            <a:r>
              <a:rPr dirty="0" err="1"/>
              <a:t>kliknięciem</a:t>
            </a:r>
            <a:r>
              <a:rPr dirty="0"/>
              <a:t>. </a:t>
            </a:r>
            <a:r>
              <a:rPr dirty="0" err="1"/>
              <a:t>Przyjeżdża</a:t>
            </a:r>
            <a:r>
              <a:rPr dirty="0"/>
              <a:t> do </a:t>
            </a:r>
            <a:r>
              <a:rPr dirty="0" err="1"/>
              <a:t>hotelu</a:t>
            </a:r>
            <a:r>
              <a:rPr dirty="0"/>
              <a:t>. </a:t>
            </a:r>
            <a:r>
              <a:rPr dirty="0" err="1"/>
              <a:t>Żadnych</a:t>
            </a:r>
            <a:r>
              <a:rPr dirty="0"/>
              <a:t> </a:t>
            </a:r>
            <a:r>
              <a:rPr dirty="0" err="1"/>
              <a:t>papierów</a:t>
            </a:r>
            <a:r>
              <a:rPr dirty="0"/>
              <a:t> do </a:t>
            </a:r>
            <a:r>
              <a:rPr dirty="0" err="1"/>
              <a:t>wypełniania</a:t>
            </a:r>
            <a:r>
              <a:rPr dirty="0"/>
              <a:t>, </a:t>
            </a:r>
            <a:r>
              <a:rPr dirty="0" err="1"/>
              <a:t>żadnego</a:t>
            </a:r>
            <a:r>
              <a:rPr dirty="0"/>
              <a:t> </a:t>
            </a:r>
            <a:r>
              <a:rPr dirty="0" err="1"/>
              <a:t>płacenia</a:t>
            </a:r>
            <a:r>
              <a:rPr dirty="0"/>
              <a:t> </a:t>
            </a:r>
            <a:r>
              <a:rPr dirty="0" err="1"/>
              <a:t>na</a:t>
            </a:r>
            <a:r>
              <a:rPr dirty="0"/>
              <a:t> </a:t>
            </a:r>
            <a:r>
              <a:rPr dirty="0" err="1"/>
              <a:t>miejscu</a:t>
            </a:r>
            <a:r>
              <a:rPr dirty="0"/>
              <a:t>. </a:t>
            </a:r>
            <a:r>
              <a:rPr dirty="0" err="1"/>
              <a:t>Podaje</a:t>
            </a:r>
            <a:r>
              <a:rPr dirty="0"/>
              <a:t> </a:t>
            </a:r>
            <a:r>
              <a:rPr dirty="0" err="1"/>
              <a:t>nazwisko</a:t>
            </a:r>
            <a:r>
              <a:rPr dirty="0"/>
              <a:t>, </a:t>
            </a:r>
            <a:r>
              <a:rPr dirty="0" err="1"/>
              <a:t>recepcjonista</a:t>
            </a:r>
            <a:r>
              <a:rPr dirty="0"/>
              <a:t> </a:t>
            </a:r>
            <a:r>
              <a:rPr dirty="0" err="1"/>
              <a:t>widzi</a:t>
            </a:r>
            <a:r>
              <a:rPr dirty="0"/>
              <a:t> </a:t>
            </a:r>
            <a:r>
              <a:rPr dirty="0" err="1"/>
              <a:t>zielone</a:t>
            </a:r>
            <a:r>
              <a:rPr dirty="0"/>
              <a:t> </a:t>
            </a:r>
            <a:r>
              <a:rPr dirty="0" err="1"/>
              <a:t>światło</a:t>
            </a:r>
            <a:r>
              <a:rPr dirty="0"/>
              <a:t> – </a:t>
            </a:r>
            <a:r>
              <a:rPr dirty="0" err="1"/>
              <a:t>saldo</a:t>
            </a:r>
            <a:r>
              <a:rPr dirty="0"/>
              <a:t> </a:t>
            </a:r>
            <a:r>
              <a:rPr dirty="0" err="1"/>
              <a:t>opłacone</a:t>
            </a:r>
            <a:r>
              <a:rPr dirty="0"/>
              <a:t>. Klika </a:t>
            </a:r>
            <a:r>
              <a:rPr dirty="0" err="1"/>
              <a:t>przycisk</a:t>
            </a:r>
            <a:r>
              <a:rPr lang="en-US" dirty="0"/>
              <a:t> I </a:t>
            </a:r>
            <a:r>
              <a:rPr lang="en-US" dirty="0" err="1"/>
              <a:t>wydaje</a:t>
            </a:r>
            <a:r>
              <a:rPr lang="en-US" dirty="0"/>
              <a:t> </a:t>
            </a:r>
            <a:r>
              <a:rPr lang="en-US" dirty="0" err="1"/>
              <a:t>klucz</a:t>
            </a:r>
            <a:r>
              <a:rPr dirty="0"/>
              <a:t>. </a:t>
            </a:r>
            <a:r>
              <a:rPr dirty="0" err="1"/>
              <a:t>Całość</a:t>
            </a:r>
            <a:r>
              <a:rPr dirty="0"/>
              <a:t> </a:t>
            </a:r>
            <a:r>
              <a:rPr dirty="0" err="1"/>
              <a:t>trwa</a:t>
            </a:r>
            <a:r>
              <a:rPr dirty="0"/>
              <a:t> 15 </a:t>
            </a:r>
            <a:r>
              <a:rPr dirty="0" err="1"/>
              <a:t>sekund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CTA (1 </a:t>
            </a:r>
            <a:r>
              <a:rPr dirty="0" err="1"/>
              <a:t>minuta</a:t>
            </a:r>
            <a:r>
              <a:rPr dirty="0"/>
              <a:t>): </a:t>
            </a:r>
            <a:r>
              <a:rPr dirty="0" err="1"/>
              <a:t>Nasze</a:t>
            </a:r>
            <a:r>
              <a:rPr dirty="0"/>
              <a:t> </a:t>
            </a:r>
            <a:r>
              <a:rPr dirty="0" err="1"/>
              <a:t>rozwiązanie</a:t>
            </a:r>
            <a:r>
              <a:rPr dirty="0"/>
              <a:t> </a:t>
            </a:r>
            <a:r>
              <a:rPr dirty="0" err="1"/>
              <a:t>nie</a:t>
            </a:r>
            <a:r>
              <a:rPr dirty="0"/>
              <a:t> jest </a:t>
            </a:r>
            <a:r>
              <a:rPr dirty="0" err="1"/>
              <a:t>tylko</a:t>
            </a:r>
            <a:r>
              <a:rPr dirty="0"/>
              <a:t> </a:t>
            </a:r>
            <a:r>
              <a:rPr dirty="0" err="1"/>
              <a:t>abstrakcyjnym</a:t>
            </a:r>
            <a:r>
              <a:rPr dirty="0"/>
              <a:t> </a:t>
            </a:r>
            <a:r>
              <a:rPr dirty="0" err="1"/>
              <a:t>pomysłem</a:t>
            </a:r>
            <a:r>
              <a:rPr dirty="0"/>
              <a:t>. </a:t>
            </a:r>
            <a:r>
              <a:rPr dirty="0" err="1"/>
              <a:t>Przekłada</a:t>
            </a:r>
            <a:r>
              <a:rPr dirty="0"/>
              <a:t> </a:t>
            </a:r>
            <a:r>
              <a:rPr dirty="0" err="1"/>
              <a:t>się</a:t>
            </a:r>
            <a:r>
              <a:rPr dirty="0"/>
              <a:t> </a:t>
            </a:r>
            <a:r>
              <a:rPr dirty="0" err="1"/>
              <a:t>na</a:t>
            </a:r>
            <a:r>
              <a:rPr dirty="0"/>
              <a:t> </a:t>
            </a:r>
            <a:r>
              <a:rPr dirty="0" err="1"/>
              <a:t>konkretne</a:t>
            </a:r>
            <a:r>
              <a:rPr dirty="0"/>
              <a:t> </a:t>
            </a:r>
            <a:r>
              <a:rPr dirty="0" err="1"/>
              <a:t>diagramy</a:t>
            </a:r>
            <a:r>
              <a:rPr dirty="0"/>
              <a:t> w </a:t>
            </a:r>
            <a:r>
              <a:rPr dirty="0" err="1"/>
              <a:t>notacji</a:t>
            </a:r>
            <a:r>
              <a:rPr dirty="0"/>
              <a:t> UML, </a:t>
            </a:r>
            <a:r>
              <a:rPr dirty="0" err="1"/>
              <a:t>relacyjną</a:t>
            </a:r>
            <a:r>
              <a:rPr dirty="0"/>
              <a:t> </a:t>
            </a:r>
            <a:r>
              <a:rPr dirty="0" err="1"/>
              <a:t>bazę</a:t>
            </a:r>
            <a:r>
              <a:rPr dirty="0"/>
              <a:t> </a:t>
            </a:r>
            <a:r>
              <a:rPr dirty="0" err="1"/>
              <a:t>danych</a:t>
            </a:r>
            <a:r>
              <a:rPr dirty="0"/>
              <a:t>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zaprojektowane</a:t>
            </a:r>
            <a:r>
              <a:rPr dirty="0"/>
              <a:t> </a:t>
            </a:r>
            <a:r>
              <a:rPr dirty="0" err="1"/>
              <a:t>makiety</a:t>
            </a:r>
            <a:r>
              <a:rPr dirty="0"/>
              <a:t>, </a:t>
            </a:r>
            <a:r>
              <a:rPr dirty="0" err="1"/>
              <a:t>które</a:t>
            </a:r>
            <a:r>
              <a:rPr dirty="0"/>
              <a:t> </a:t>
            </a:r>
            <a:r>
              <a:rPr dirty="0" err="1"/>
              <a:t>przygotowaliśmy</a:t>
            </a:r>
            <a:r>
              <a:rPr dirty="0"/>
              <a:t> w </a:t>
            </a:r>
            <a:r>
              <a:rPr dirty="0" err="1"/>
              <a:t>dokumentacji</a:t>
            </a:r>
            <a:r>
              <a:rPr dirty="0"/>
              <a:t> </a:t>
            </a:r>
            <a:r>
              <a:rPr dirty="0" err="1"/>
              <a:t>projektu</a:t>
            </a:r>
            <a:r>
              <a:rPr dirty="0"/>
              <a:t>. </a:t>
            </a:r>
            <a:r>
              <a:rPr dirty="0" err="1"/>
              <a:t>Zbudowaliśmy</a:t>
            </a:r>
            <a:r>
              <a:rPr dirty="0"/>
              <a:t> </a:t>
            </a:r>
            <a:r>
              <a:rPr dirty="0" err="1"/>
              <a:t>solidny</a:t>
            </a:r>
            <a:r>
              <a:rPr dirty="0"/>
              <a:t> fundament.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rPr lang="pl-PL" dirty="0"/>
              <a:t>Dziękujemy za uwagę i zapraszamy do szczegółowej weryfikacji naszej dokumentacji analitycznej!</a:t>
            </a:r>
          </a:p>
        </p:txBody>
      </p:sp>
    </p:spTree>
    <p:extLst>
      <p:ext uri="{BB962C8B-B14F-4D97-AF65-F5344CB8AC3E}">
        <p14:creationId xmlns:p14="http://schemas.microsoft.com/office/powerpoint/2010/main" val="37468920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System Informatyczny dla Sieci Hoteli X-Hotels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20000"/>
          </a:bodyPr>
          <a:lstStyle/>
          <a:p>
            <a:r>
              <a:t>Nowy standard obsługi gościa - Prezentacja Projektu</a:t>
            </a:r>
          </a:p>
          <a:p>
            <a:r>
              <a:t>Autorzy: Maciej Modzelewski, Jakub Wrzosek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Rzeczywistość</a:t>
            </a:r>
            <a:r>
              <a:rPr dirty="0"/>
              <a:t> </a:t>
            </a:r>
            <a:r>
              <a:rPr dirty="0" err="1"/>
              <a:t>dzisiejszych</a:t>
            </a:r>
            <a:r>
              <a:rPr dirty="0"/>
              <a:t> </a:t>
            </a:r>
            <a:r>
              <a:rPr dirty="0" err="1"/>
              <a:t>hoteli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Z </a:t>
            </a:r>
            <a:r>
              <a:rPr dirty="0" err="1"/>
              <a:t>czym</a:t>
            </a:r>
            <a:r>
              <a:rPr dirty="0"/>
              <a:t> </a:t>
            </a:r>
            <a:r>
              <a:rPr dirty="0" err="1"/>
              <a:t>mierzy</a:t>
            </a:r>
            <a:r>
              <a:rPr dirty="0"/>
              <a:t> </a:t>
            </a:r>
            <a:r>
              <a:rPr dirty="0" err="1"/>
              <a:t>się</a:t>
            </a:r>
            <a:r>
              <a:rPr dirty="0"/>
              <a:t> </a:t>
            </a:r>
            <a:r>
              <a:rPr dirty="0" err="1"/>
              <a:t>branża</a:t>
            </a:r>
            <a:r>
              <a:rPr dirty="0"/>
              <a:t>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goście</a:t>
            </a:r>
            <a:r>
              <a:rPr dirty="0"/>
              <a:t>?</a:t>
            </a:r>
          </a:p>
          <a:p>
            <a:pPr lvl="1"/>
            <a:r>
              <a:rPr dirty="0" err="1"/>
              <a:t>Zirytowani</a:t>
            </a:r>
            <a:r>
              <a:rPr dirty="0"/>
              <a:t> </a:t>
            </a:r>
            <a:r>
              <a:rPr dirty="0" err="1"/>
              <a:t>goście</a:t>
            </a:r>
            <a:r>
              <a:rPr dirty="0"/>
              <a:t> w </a:t>
            </a:r>
            <a:r>
              <a:rPr dirty="0" err="1"/>
              <a:t>długich</a:t>
            </a:r>
            <a:r>
              <a:rPr dirty="0"/>
              <a:t> </a:t>
            </a:r>
            <a:r>
              <a:rPr dirty="0" err="1"/>
              <a:t>kolejkach</a:t>
            </a:r>
            <a:r>
              <a:rPr dirty="0"/>
              <a:t> do </a:t>
            </a:r>
            <a:r>
              <a:rPr dirty="0" err="1"/>
              <a:t>zameldowania</a:t>
            </a:r>
            <a:r>
              <a:rPr dirty="0"/>
              <a:t>.</a:t>
            </a:r>
          </a:p>
          <a:p>
            <a:pPr lvl="1"/>
            <a:r>
              <a:rPr dirty="0" err="1"/>
              <a:t>Ryzyko</a:t>
            </a:r>
            <a:r>
              <a:rPr dirty="0"/>
              <a:t> </a:t>
            </a:r>
            <a:r>
              <a:rPr dirty="0" err="1"/>
              <a:t>nadrezerwacji</a:t>
            </a:r>
            <a:r>
              <a:rPr dirty="0"/>
              <a:t> (overbooking) </a:t>
            </a:r>
            <a:r>
              <a:rPr dirty="0" err="1"/>
              <a:t>przez</a:t>
            </a:r>
            <a:r>
              <a:rPr dirty="0"/>
              <a:t> </a:t>
            </a:r>
            <a:r>
              <a:rPr dirty="0" err="1"/>
              <a:t>opóźnienia</a:t>
            </a:r>
            <a:r>
              <a:rPr dirty="0"/>
              <a:t> w </a:t>
            </a:r>
            <a:r>
              <a:rPr dirty="0" err="1"/>
              <a:t>synchronizacji</a:t>
            </a:r>
            <a:r>
              <a:rPr dirty="0"/>
              <a:t>.</a:t>
            </a:r>
          </a:p>
          <a:p>
            <a:pPr lvl="1"/>
            <a:r>
              <a:rPr dirty="0"/>
              <a:t>Chaos </a:t>
            </a:r>
            <a:r>
              <a:rPr dirty="0" err="1"/>
              <a:t>informacyjny</a:t>
            </a:r>
            <a:r>
              <a:rPr dirty="0"/>
              <a:t> - </a:t>
            </a:r>
            <a:r>
              <a:rPr dirty="0" err="1"/>
              <a:t>niespójne</a:t>
            </a:r>
            <a:r>
              <a:rPr dirty="0"/>
              <a:t> </a:t>
            </a:r>
            <a:r>
              <a:rPr dirty="0" err="1"/>
              <a:t>dane</a:t>
            </a:r>
            <a:r>
              <a:rPr dirty="0"/>
              <a:t> </a:t>
            </a:r>
            <a:r>
              <a:rPr dirty="0" err="1"/>
              <a:t>między</a:t>
            </a:r>
            <a:r>
              <a:rPr dirty="0"/>
              <a:t> </a:t>
            </a:r>
            <a:r>
              <a:rPr dirty="0" err="1"/>
              <a:t>stroną</a:t>
            </a:r>
            <a:r>
              <a:rPr dirty="0"/>
              <a:t> www a </a:t>
            </a:r>
            <a:r>
              <a:rPr dirty="0" err="1"/>
              <a:t>recepcją</a:t>
            </a:r>
            <a:r>
              <a:rPr dirty="0"/>
              <a:t>.</a:t>
            </a:r>
          </a:p>
          <a:p>
            <a:pPr lvl="1"/>
            <a:r>
              <a:rPr dirty="0"/>
              <a:t>Brak </a:t>
            </a:r>
            <a:r>
              <a:rPr dirty="0" err="1"/>
              <a:t>nowoczesnej</a:t>
            </a:r>
            <a:r>
              <a:rPr dirty="0"/>
              <a:t> </a:t>
            </a:r>
            <a:r>
              <a:rPr dirty="0" err="1"/>
              <a:t>chmurowej</a:t>
            </a:r>
            <a:r>
              <a:rPr dirty="0"/>
              <a:t> </a:t>
            </a:r>
            <a:r>
              <a:rPr dirty="0" err="1"/>
              <a:t>infrastruktury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dirty="0" err="1"/>
              <a:t>Nasza</a:t>
            </a:r>
            <a:r>
              <a:rPr dirty="0"/>
              <a:t> </a:t>
            </a:r>
            <a:r>
              <a:rPr dirty="0" err="1"/>
              <a:t>Odpowiedź</a:t>
            </a:r>
            <a:r>
              <a:rPr dirty="0"/>
              <a:t>: </a:t>
            </a:r>
            <a:r>
              <a:rPr dirty="0" err="1"/>
              <a:t>Zintegrowany</a:t>
            </a:r>
            <a:r>
              <a:rPr dirty="0"/>
              <a:t> System X-Hotels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err="1"/>
              <a:t>Kompleksowe</a:t>
            </a:r>
            <a:r>
              <a:rPr dirty="0"/>
              <a:t> </a:t>
            </a:r>
            <a:r>
              <a:rPr dirty="0" err="1"/>
              <a:t>rozwiązanie</a:t>
            </a:r>
            <a:r>
              <a:rPr dirty="0"/>
              <a:t> w </a:t>
            </a:r>
            <a:r>
              <a:rPr dirty="0" err="1"/>
              <a:t>jednym</a:t>
            </a:r>
            <a:r>
              <a:rPr dirty="0"/>
              <a:t> </a:t>
            </a:r>
            <a:r>
              <a:rPr dirty="0" err="1"/>
              <a:t>miejscu</a:t>
            </a:r>
            <a:r>
              <a:rPr dirty="0"/>
              <a:t>:</a:t>
            </a:r>
          </a:p>
          <a:p>
            <a:pPr lvl="1"/>
            <a:r>
              <a:rPr dirty="0" err="1"/>
              <a:t>Nowoczesny</a:t>
            </a:r>
            <a:r>
              <a:rPr dirty="0"/>
              <a:t> </a:t>
            </a:r>
            <a:r>
              <a:rPr dirty="0" err="1"/>
              <a:t>moduł</a:t>
            </a:r>
            <a:r>
              <a:rPr dirty="0"/>
              <a:t> </a:t>
            </a:r>
            <a:r>
              <a:rPr dirty="0" err="1"/>
              <a:t>rezerwacji</a:t>
            </a:r>
            <a:r>
              <a:rPr dirty="0"/>
              <a:t> online </a:t>
            </a:r>
            <a:r>
              <a:rPr dirty="0" err="1"/>
              <a:t>dostępny</a:t>
            </a:r>
            <a:r>
              <a:rPr dirty="0"/>
              <a:t> 24/7 </a:t>
            </a:r>
            <a:r>
              <a:rPr dirty="0" err="1"/>
              <a:t>dla</a:t>
            </a:r>
            <a:r>
              <a:rPr dirty="0"/>
              <a:t> </a:t>
            </a:r>
            <a:r>
              <a:rPr dirty="0" err="1"/>
              <a:t>Gościa</a:t>
            </a:r>
            <a:r>
              <a:rPr dirty="0"/>
              <a:t>.</a:t>
            </a:r>
          </a:p>
          <a:p>
            <a:pPr lvl="1"/>
            <a:r>
              <a:rPr dirty="0" err="1"/>
              <a:t>Przejrzysty</a:t>
            </a:r>
            <a:r>
              <a:rPr dirty="0"/>
              <a:t>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szybki</a:t>
            </a:r>
            <a:r>
              <a:rPr dirty="0"/>
              <a:t> panel </a:t>
            </a:r>
            <a:r>
              <a:rPr dirty="0" err="1"/>
              <a:t>zarządzania</a:t>
            </a:r>
            <a:r>
              <a:rPr dirty="0"/>
              <a:t> </a:t>
            </a:r>
            <a:r>
              <a:rPr dirty="0" err="1"/>
              <a:t>dla</a:t>
            </a:r>
            <a:r>
              <a:rPr dirty="0"/>
              <a:t> </a:t>
            </a:r>
            <a:r>
              <a:rPr dirty="0" err="1"/>
              <a:t>Recepcji</a:t>
            </a:r>
            <a:r>
              <a:rPr dirty="0"/>
              <a:t> w </a:t>
            </a:r>
            <a:r>
              <a:rPr dirty="0" err="1"/>
              <a:t>architekturze</a:t>
            </a:r>
            <a:r>
              <a:rPr dirty="0"/>
              <a:t> </a:t>
            </a:r>
            <a:r>
              <a:rPr dirty="0" err="1"/>
              <a:t>chmurowej</a:t>
            </a:r>
            <a:r>
              <a:rPr dirty="0"/>
              <a:t>.</a:t>
            </a:r>
          </a:p>
          <a:p>
            <a:pPr lvl="1"/>
            <a:r>
              <a:rPr dirty="0" err="1"/>
              <a:t>Automatyczna</a:t>
            </a:r>
            <a:r>
              <a:rPr dirty="0"/>
              <a:t> </a:t>
            </a:r>
            <a:r>
              <a:rPr dirty="0" err="1"/>
              <a:t>integracja</a:t>
            </a:r>
            <a:r>
              <a:rPr dirty="0"/>
              <a:t> z </a:t>
            </a:r>
            <a:r>
              <a:rPr dirty="0" err="1"/>
              <a:t>bramkami</a:t>
            </a:r>
            <a:r>
              <a:rPr dirty="0"/>
              <a:t> </a:t>
            </a:r>
            <a:r>
              <a:rPr dirty="0" err="1"/>
              <a:t>płatności</a:t>
            </a:r>
            <a:r>
              <a:rPr dirty="0"/>
              <a:t>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sprzętowym</a:t>
            </a:r>
            <a:r>
              <a:rPr dirty="0"/>
              <a:t> </a:t>
            </a:r>
            <a:r>
              <a:rPr dirty="0" err="1"/>
              <a:t>koderem</a:t>
            </a:r>
            <a:r>
              <a:rPr dirty="0"/>
              <a:t> kart.</a:t>
            </a:r>
          </a:p>
          <a:p>
            <a:pPr lvl="1"/>
            <a:r>
              <a:rPr dirty="0" err="1"/>
              <a:t>Centralna</a:t>
            </a:r>
            <a:r>
              <a:rPr dirty="0"/>
              <a:t> </a:t>
            </a:r>
            <a:r>
              <a:rPr dirty="0" err="1"/>
              <a:t>baza</a:t>
            </a:r>
            <a:r>
              <a:rPr dirty="0"/>
              <a:t> </a:t>
            </a:r>
            <a:r>
              <a:rPr dirty="0" err="1"/>
              <a:t>danych</a:t>
            </a:r>
            <a:r>
              <a:rPr dirty="0"/>
              <a:t> </a:t>
            </a:r>
            <a:r>
              <a:rPr dirty="0" err="1"/>
              <a:t>łącząca</a:t>
            </a:r>
            <a:r>
              <a:rPr dirty="0"/>
              <a:t> </a:t>
            </a:r>
            <a:r>
              <a:rPr dirty="0" err="1"/>
              <a:t>wszystkie</a:t>
            </a:r>
            <a:r>
              <a:rPr dirty="0"/>
              <a:t> </a:t>
            </a:r>
            <a:r>
              <a:rPr dirty="0" err="1"/>
              <a:t>kanały</a:t>
            </a:r>
            <a:r>
              <a:rPr dirty="0"/>
              <a:t> </a:t>
            </a:r>
            <a:r>
              <a:rPr dirty="0" err="1"/>
              <a:t>sprzedaży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dirty="0" err="1"/>
              <a:t>Kluczowe</a:t>
            </a:r>
            <a:r>
              <a:rPr dirty="0"/>
              <a:t> </a:t>
            </a:r>
            <a:r>
              <a:rPr dirty="0" err="1"/>
              <a:t>korzyści</a:t>
            </a:r>
            <a:r>
              <a:rPr dirty="0"/>
              <a:t> - </a:t>
            </a:r>
            <a:r>
              <a:rPr dirty="0" err="1"/>
              <a:t>Mówimy</a:t>
            </a:r>
            <a:r>
              <a:rPr dirty="0"/>
              <a:t> w </a:t>
            </a:r>
            <a:r>
              <a:rPr dirty="0" err="1"/>
              <a:t>liczbach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err="1"/>
              <a:t>Zyski</a:t>
            </a:r>
            <a:r>
              <a:rPr dirty="0"/>
              <a:t> </a:t>
            </a:r>
            <a:r>
              <a:rPr dirty="0" err="1"/>
              <a:t>dla</a:t>
            </a:r>
            <a:r>
              <a:rPr dirty="0"/>
              <a:t> </a:t>
            </a:r>
            <a:r>
              <a:rPr dirty="0" err="1"/>
              <a:t>sieci</a:t>
            </a:r>
            <a:r>
              <a:rPr dirty="0"/>
              <a:t> X-Hotels:</a:t>
            </a:r>
          </a:p>
          <a:p>
            <a:pPr lvl="1"/>
            <a:r>
              <a:rPr dirty="0" err="1"/>
              <a:t>Dostępność</a:t>
            </a:r>
            <a:r>
              <a:rPr dirty="0"/>
              <a:t> </a:t>
            </a:r>
            <a:r>
              <a:rPr dirty="0" err="1"/>
              <a:t>na</a:t>
            </a:r>
            <a:r>
              <a:rPr dirty="0"/>
              <a:t> </a:t>
            </a:r>
            <a:r>
              <a:rPr dirty="0" err="1"/>
              <a:t>poziomie</a:t>
            </a:r>
            <a:r>
              <a:rPr dirty="0"/>
              <a:t> </a:t>
            </a:r>
            <a:r>
              <a:rPr dirty="0" err="1"/>
              <a:t>trzech</a:t>
            </a:r>
            <a:r>
              <a:rPr dirty="0"/>
              <a:t> </a:t>
            </a:r>
            <a:r>
              <a:rPr dirty="0" err="1"/>
              <a:t>dziewiątek</a:t>
            </a:r>
            <a:r>
              <a:rPr dirty="0"/>
              <a:t> (SLA 99,9%).</a:t>
            </a:r>
          </a:p>
          <a:p>
            <a:pPr lvl="1"/>
            <a:r>
              <a:rPr dirty="0" err="1"/>
              <a:t>Czas</a:t>
            </a:r>
            <a:r>
              <a:rPr dirty="0"/>
              <a:t> </a:t>
            </a:r>
            <a:r>
              <a:rPr dirty="0" err="1"/>
              <a:t>wyszukiwania</a:t>
            </a:r>
            <a:r>
              <a:rPr dirty="0"/>
              <a:t> </a:t>
            </a:r>
            <a:r>
              <a:rPr dirty="0" err="1"/>
              <a:t>ofert</a:t>
            </a:r>
            <a:r>
              <a:rPr dirty="0"/>
              <a:t>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weryfikacji</a:t>
            </a:r>
            <a:r>
              <a:rPr dirty="0"/>
              <a:t> </a:t>
            </a:r>
            <a:r>
              <a:rPr dirty="0" err="1"/>
              <a:t>poniżej</a:t>
            </a:r>
            <a:r>
              <a:rPr dirty="0"/>
              <a:t> 3 </a:t>
            </a:r>
            <a:r>
              <a:rPr dirty="0" err="1"/>
              <a:t>sekund</a:t>
            </a:r>
            <a:r>
              <a:rPr dirty="0"/>
              <a:t>.</a:t>
            </a:r>
          </a:p>
          <a:p>
            <a:pPr lvl="1"/>
            <a:r>
              <a:rPr dirty="0" err="1"/>
              <a:t>Całkowita</a:t>
            </a:r>
            <a:r>
              <a:rPr dirty="0"/>
              <a:t> </a:t>
            </a:r>
            <a:r>
              <a:rPr dirty="0" err="1"/>
              <a:t>eliminacja</a:t>
            </a:r>
            <a:r>
              <a:rPr dirty="0"/>
              <a:t> </a:t>
            </a:r>
            <a:r>
              <a:rPr dirty="0" err="1"/>
              <a:t>podwójnych</a:t>
            </a:r>
            <a:r>
              <a:rPr dirty="0"/>
              <a:t> </a:t>
            </a:r>
            <a:r>
              <a:rPr dirty="0" err="1"/>
              <a:t>rezerwacji</a:t>
            </a:r>
            <a:r>
              <a:rPr lang="en-US" dirty="0"/>
              <a:t>.</a:t>
            </a:r>
            <a:endParaRPr dirty="0"/>
          </a:p>
          <a:p>
            <a:pPr lvl="1"/>
            <a:r>
              <a:rPr dirty="0" err="1"/>
              <a:t>Szybszy</a:t>
            </a:r>
            <a:r>
              <a:rPr dirty="0"/>
              <a:t> </a:t>
            </a:r>
            <a:r>
              <a:rPr dirty="0" err="1"/>
              <a:t>obrót</a:t>
            </a:r>
            <a:r>
              <a:rPr dirty="0"/>
              <a:t>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mniejsze</a:t>
            </a:r>
            <a:r>
              <a:rPr dirty="0"/>
              <a:t> </a:t>
            </a:r>
            <a:r>
              <a:rPr dirty="0" err="1"/>
              <a:t>kolejki</a:t>
            </a:r>
            <a:r>
              <a:rPr dirty="0"/>
              <a:t> - </a:t>
            </a:r>
            <a:r>
              <a:rPr dirty="0" err="1"/>
              <a:t>proces</a:t>
            </a:r>
            <a:r>
              <a:rPr dirty="0"/>
              <a:t> check-in bez </a:t>
            </a:r>
            <a:r>
              <a:rPr dirty="0" err="1"/>
              <a:t>zbędnej</a:t>
            </a:r>
            <a:r>
              <a:rPr dirty="0"/>
              <a:t> </a:t>
            </a:r>
            <a:r>
              <a:rPr dirty="0" err="1"/>
              <a:t>papierologii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Wizja</a:t>
            </a:r>
            <a:r>
              <a:rPr dirty="0"/>
              <a:t> </a:t>
            </a:r>
            <a:r>
              <a:rPr dirty="0" err="1"/>
              <a:t>Sukcesu</a:t>
            </a:r>
            <a:r>
              <a:rPr dirty="0"/>
              <a:t>: </a:t>
            </a:r>
            <a:r>
              <a:rPr dirty="0" err="1"/>
              <a:t>Oczami</a:t>
            </a:r>
            <a:r>
              <a:rPr dirty="0"/>
              <a:t> </a:t>
            </a:r>
            <a:r>
              <a:rPr dirty="0" err="1"/>
              <a:t>Gościa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dirty="0"/>
              <a:t>Nowy </a:t>
            </a:r>
            <a:r>
              <a:rPr dirty="0" err="1"/>
              <a:t>wymiar</a:t>
            </a:r>
            <a:r>
              <a:rPr dirty="0"/>
              <a:t> </a:t>
            </a:r>
            <a:r>
              <a:rPr dirty="0" err="1"/>
              <a:t>doświadczenia</a:t>
            </a:r>
            <a:r>
              <a:rPr dirty="0"/>
              <a:t> (UX):</a:t>
            </a:r>
          </a:p>
          <a:p>
            <a:pPr lvl="1"/>
            <a:r>
              <a:rPr dirty="0"/>
              <a:t>KROK 1: Jan </a:t>
            </a:r>
            <a:r>
              <a:rPr dirty="0" err="1"/>
              <a:t>wybiera</a:t>
            </a:r>
            <a:r>
              <a:rPr dirty="0"/>
              <a:t> z </a:t>
            </a:r>
            <a:r>
              <a:rPr dirty="0" err="1"/>
              <a:t>telefonu</a:t>
            </a:r>
            <a:r>
              <a:rPr dirty="0"/>
              <a:t> </a:t>
            </a:r>
            <a:r>
              <a:rPr dirty="0" err="1"/>
              <a:t>wymarzony</a:t>
            </a:r>
            <a:r>
              <a:rPr dirty="0"/>
              <a:t> </a:t>
            </a:r>
            <a:r>
              <a:rPr dirty="0" err="1"/>
              <a:t>apartament</a:t>
            </a:r>
            <a:r>
              <a:rPr dirty="0"/>
              <a:t> </a:t>
            </a:r>
            <a:r>
              <a:rPr dirty="0" err="1"/>
              <a:t>na</a:t>
            </a:r>
            <a:r>
              <a:rPr dirty="0"/>
              <a:t> weekend w 2 </a:t>
            </a:r>
            <a:r>
              <a:rPr dirty="0" err="1"/>
              <a:t>minuty</a:t>
            </a:r>
            <a:r>
              <a:rPr dirty="0"/>
              <a:t>.</a:t>
            </a:r>
          </a:p>
          <a:p>
            <a:pPr lvl="1"/>
            <a:r>
              <a:rPr dirty="0"/>
              <a:t>KROK 2: </a:t>
            </a:r>
            <a:r>
              <a:rPr dirty="0" err="1"/>
              <a:t>Bezpiecznie</a:t>
            </a:r>
            <a:r>
              <a:rPr dirty="0"/>
              <a:t> </a:t>
            </a:r>
            <a:r>
              <a:rPr dirty="0" err="1"/>
              <a:t>opłaca</a:t>
            </a:r>
            <a:r>
              <a:rPr dirty="0"/>
              <a:t> </a:t>
            </a:r>
            <a:r>
              <a:rPr dirty="0" err="1"/>
              <a:t>rezerwację</a:t>
            </a:r>
            <a:r>
              <a:rPr lang="en-US" dirty="0"/>
              <a:t> </a:t>
            </a:r>
            <a:r>
              <a:rPr dirty="0"/>
              <a:t>– </a:t>
            </a:r>
            <a:r>
              <a:rPr dirty="0" err="1"/>
              <a:t>rezerwacja</a:t>
            </a:r>
            <a:r>
              <a:rPr dirty="0"/>
              <a:t> jest </a:t>
            </a:r>
            <a:r>
              <a:rPr dirty="0" err="1"/>
              <a:t>natychmiast</a:t>
            </a:r>
            <a:r>
              <a:rPr dirty="0"/>
              <a:t> </a:t>
            </a:r>
            <a:r>
              <a:rPr dirty="0" err="1"/>
              <a:t>opłacona</a:t>
            </a:r>
            <a:r>
              <a:rPr dirty="0"/>
              <a:t> w </a:t>
            </a:r>
            <a:r>
              <a:rPr dirty="0" err="1"/>
              <a:t>systemie</a:t>
            </a:r>
            <a:r>
              <a:rPr dirty="0"/>
              <a:t>.</a:t>
            </a:r>
          </a:p>
          <a:p>
            <a:pPr lvl="1"/>
            <a:r>
              <a:rPr dirty="0"/>
              <a:t>KROK 3: Po </a:t>
            </a:r>
            <a:r>
              <a:rPr dirty="0" err="1"/>
              <a:t>przyjeździe</a:t>
            </a:r>
            <a:r>
              <a:rPr dirty="0"/>
              <a:t> do </a:t>
            </a:r>
            <a:r>
              <a:rPr dirty="0" err="1"/>
              <a:t>hotelu</a:t>
            </a:r>
            <a:r>
              <a:rPr dirty="0"/>
              <a:t> </a:t>
            </a:r>
            <a:r>
              <a:rPr dirty="0" err="1"/>
              <a:t>podaje</a:t>
            </a:r>
            <a:r>
              <a:rPr dirty="0"/>
              <a:t> </a:t>
            </a:r>
            <a:r>
              <a:rPr dirty="0" err="1"/>
              <a:t>tylko</a:t>
            </a:r>
            <a:r>
              <a:rPr dirty="0"/>
              <a:t> </a:t>
            </a:r>
            <a:r>
              <a:rPr dirty="0" err="1"/>
              <a:t>nazwisko</a:t>
            </a:r>
            <a:r>
              <a:rPr dirty="0"/>
              <a:t>. </a:t>
            </a:r>
            <a:r>
              <a:rPr dirty="0" err="1"/>
              <a:t>Recepcjonista</a:t>
            </a:r>
            <a:r>
              <a:rPr dirty="0"/>
              <a:t> </a:t>
            </a:r>
            <a:r>
              <a:rPr dirty="0" err="1"/>
              <a:t>widzi</a:t>
            </a:r>
            <a:r>
              <a:rPr dirty="0"/>
              <a:t> </a:t>
            </a:r>
            <a:r>
              <a:rPr dirty="0" err="1"/>
              <a:t>zielone</a:t>
            </a:r>
            <a:r>
              <a:rPr dirty="0"/>
              <a:t> </a:t>
            </a:r>
            <a:r>
              <a:rPr dirty="0" err="1"/>
              <a:t>światło</a:t>
            </a:r>
            <a:r>
              <a:rPr dirty="0"/>
              <a:t>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jednym</a:t>
            </a:r>
            <a:r>
              <a:rPr dirty="0"/>
              <a:t> </a:t>
            </a:r>
            <a:r>
              <a:rPr dirty="0" err="1"/>
              <a:t>kliknięciem</a:t>
            </a:r>
            <a:r>
              <a:rPr dirty="0"/>
              <a:t> </a:t>
            </a:r>
            <a:r>
              <a:rPr dirty="0" err="1"/>
              <a:t>koduje</a:t>
            </a:r>
            <a:r>
              <a:rPr dirty="0"/>
              <a:t> </a:t>
            </a:r>
            <a:r>
              <a:rPr dirty="0" err="1"/>
              <a:t>kartę</a:t>
            </a:r>
            <a:r>
              <a:rPr dirty="0"/>
              <a:t>.</a:t>
            </a:r>
          </a:p>
          <a:p>
            <a:pPr lvl="1"/>
            <a:r>
              <a:rPr dirty="0"/>
              <a:t>W 15 </a:t>
            </a:r>
            <a:r>
              <a:rPr dirty="0" err="1"/>
              <a:t>sekund</a:t>
            </a:r>
            <a:r>
              <a:rPr dirty="0"/>
              <a:t> Jan </a:t>
            </a:r>
            <a:r>
              <a:rPr dirty="0" err="1"/>
              <a:t>odbiera</a:t>
            </a:r>
            <a:r>
              <a:rPr dirty="0"/>
              <a:t> </a:t>
            </a:r>
            <a:r>
              <a:rPr dirty="0" err="1"/>
              <a:t>klucz</a:t>
            </a:r>
            <a:r>
              <a:rPr dirty="0"/>
              <a:t>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odpoczywa</a:t>
            </a:r>
            <a:r>
              <a:rPr dirty="0"/>
              <a:t> w </a:t>
            </a:r>
            <a:r>
              <a:rPr dirty="0" err="1"/>
              <a:t>pokoju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Podsumowanie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err="1"/>
              <a:t>Dlaczego</a:t>
            </a:r>
            <a:r>
              <a:rPr dirty="0"/>
              <a:t> ten </a:t>
            </a:r>
            <a:r>
              <a:rPr dirty="0" err="1"/>
              <a:t>projekt</a:t>
            </a:r>
            <a:r>
              <a:rPr dirty="0"/>
              <a:t> jest </a:t>
            </a:r>
            <a:r>
              <a:rPr dirty="0" err="1"/>
              <a:t>gotowy</a:t>
            </a:r>
            <a:r>
              <a:rPr dirty="0"/>
              <a:t> </a:t>
            </a:r>
            <a:r>
              <a:rPr dirty="0" err="1"/>
              <a:t>na</a:t>
            </a:r>
            <a:r>
              <a:rPr dirty="0"/>
              <a:t> </a:t>
            </a:r>
            <a:r>
              <a:rPr dirty="0" err="1"/>
              <a:t>sukces</a:t>
            </a:r>
            <a:r>
              <a:rPr dirty="0"/>
              <a:t>?</a:t>
            </a:r>
          </a:p>
          <a:p>
            <a:pPr lvl="1"/>
            <a:r>
              <a:rPr dirty="0" err="1"/>
              <a:t>Kompletna</a:t>
            </a:r>
            <a:r>
              <a:rPr dirty="0"/>
              <a:t> </a:t>
            </a:r>
            <a:r>
              <a:rPr dirty="0" err="1"/>
              <a:t>dokumentacja</a:t>
            </a:r>
            <a:r>
              <a:rPr dirty="0"/>
              <a:t> UML.</a:t>
            </a:r>
          </a:p>
          <a:p>
            <a:pPr lvl="1"/>
            <a:r>
              <a:rPr dirty="0" err="1"/>
              <a:t>Przemyślany</a:t>
            </a:r>
            <a:r>
              <a:rPr dirty="0"/>
              <a:t> </a:t>
            </a:r>
            <a:r>
              <a:rPr dirty="0" err="1"/>
              <a:t>projekt</a:t>
            </a:r>
            <a:r>
              <a:rPr dirty="0"/>
              <a:t> </a:t>
            </a:r>
            <a:r>
              <a:rPr dirty="0" err="1"/>
              <a:t>bazy</a:t>
            </a:r>
            <a:r>
              <a:rPr dirty="0"/>
              <a:t> </a:t>
            </a:r>
            <a:r>
              <a:rPr dirty="0" err="1"/>
              <a:t>danych</a:t>
            </a:r>
            <a:r>
              <a:rPr dirty="0"/>
              <a:t> </a:t>
            </a:r>
            <a:r>
              <a:rPr dirty="0" err="1"/>
              <a:t>i</a:t>
            </a:r>
            <a:r>
              <a:rPr dirty="0"/>
              <a:t> </a:t>
            </a:r>
            <a:r>
              <a:rPr lang="en-US" dirty="0" err="1"/>
              <a:t>prototypy</a:t>
            </a:r>
            <a:r>
              <a:rPr lang="en-US" dirty="0"/>
              <a:t> menu</a:t>
            </a:r>
            <a:r>
              <a:rPr dirty="0"/>
              <a:t>.</a:t>
            </a:r>
          </a:p>
          <a:p>
            <a:pPr lvl="1"/>
            <a:r>
              <a:rPr dirty="0"/>
              <a:t>System </a:t>
            </a:r>
            <a:r>
              <a:rPr dirty="0" err="1"/>
              <a:t>zaprojektowany</a:t>
            </a:r>
            <a:r>
              <a:rPr dirty="0"/>
              <a:t> </a:t>
            </a:r>
            <a:r>
              <a:rPr dirty="0" err="1"/>
              <a:t>tak</a:t>
            </a:r>
            <a:r>
              <a:rPr dirty="0"/>
              <a:t>, by </a:t>
            </a:r>
            <a:r>
              <a:rPr dirty="0" err="1"/>
              <a:t>skalował</a:t>
            </a:r>
            <a:r>
              <a:rPr dirty="0"/>
              <a:t> </a:t>
            </a:r>
            <a:r>
              <a:rPr dirty="0" err="1"/>
              <a:t>się</a:t>
            </a:r>
            <a:r>
              <a:rPr dirty="0"/>
              <a:t> </a:t>
            </a:r>
            <a:r>
              <a:rPr dirty="0" err="1"/>
              <a:t>razem</a:t>
            </a:r>
            <a:r>
              <a:rPr dirty="0"/>
              <a:t> z </a:t>
            </a:r>
            <a:r>
              <a:rPr dirty="0" err="1"/>
              <a:t>biznesem</a:t>
            </a:r>
            <a:r>
              <a:rPr dirty="0"/>
              <a:t>.</a:t>
            </a:r>
          </a:p>
          <a:p>
            <a:pPr lvl="1"/>
            <a:r>
              <a:rPr dirty="0" err="1"/>
              <a:t>Zapraszamy</a:t>
            </a:r>
            <a:r>
              <a:rPr dirty="0"/>
              <a:t> do </a:t>
            </a:r>
            <a:r>
              <a:rPr dirty="0" err="1"/>
              <a:t>zapoznania</a:t>
            </a:r>
            <a:r>
              <a:rPr dirty="0"/>
              <a:t> </a:t>
            </a:r>
            <a:r>
              <a:rPr dirty="0" err="1"/>
              <a:t>się</a:t>
            </a:r>
            <a:r>
              <a:rPr dirty="0"/>
              <a:t> ze </a:t>
            </a:r>
            <a:r>
              <a:rPr dirty="0" err="1"/>
              <a:t>szczegółami</a:t>
            </a:r>
            <a:r>
              <a:rPr dirty="0"/>
              <a:t> </a:t>
            </a:r>
            <a:r>
              <a:rPr dirty="0" err="1"/>
              <a:t>dokumentacji</a:t>
            </a:r>
            <a:r>
              <a:rPr dirty="0"/>
              <a:t> </a:t>
            </a:r>
            <a:r>
              <a:rPr dirty="0" err="1"/>
              <a:t>analitycznej</a:t>
            </a:r>
            <a:r>
              <a:rPr dirty="0"/>
              <a:t>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95F74D6-D31A-C959-48A0-D29376F3A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Dziekujemy</a:t>
            </a:r>
            <a:r>
              <a:rPr lang="en-US" dirty="0"/>
              <a:t>!</a:t>
            </a:r>
            <a:endParaRPr lang="pl-PL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958E60ED-4732-CE75-FF86-0150358D0D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15995046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Pakiet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592</Words>
  <Application>Microsoft Office PowerPoint</Application>
  <PresentationFormat>Pokaz na ekranie (4:3)</PresentationFormat>
  <Paragraphs>41</Paragraphs>
  <Slides>7</Slides>
  <Notes>7</Notes>
  <HiddenSlides>0</HiddenSlides>
  <MMClips>0</MMClips>
  <ScaleCrop>false</ScaleCrop>
  <HeadingPairs>
    <vt:vector size="6" baseType="variant">
      <vt:variant>
        <vt:lpstr>Używane czcionki</vt:lpstr>
      </vt:variant>
      <vt:variant>
        <vt:i4>2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System Informatyczny dla Sieci Hoteli X-Hotels</vt:lpstr>
      <vt:lpstr>Rzeczywistość dzisiejszych hoteli</vt:lpstr>
      <vt:lpstr>Nasza Odpowiedź: Zintegrowany System X-Hotels</vt:lpstr>
      <vt:lpstr>Kluczowe korzyści - Mówimy w liczbach</vt:lpstr>
      <vt:lpstr>Wizja Sukcesu: Oczami Gościa</vt:lpstr>
      <vt:lpstr>Podsumowanie</vt:lpstr>
      <vt:lpstr>Dziekujemy!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Maciej Modzelewski</cp:lastModifiedBy>
  <cp:revision>3</cp:revision>
  <dcterms:created xsi:type="dcterms:W3CDTF">2013-01-27T09:14:16Z</dcterms:created>
  <dcterms:modified xsi:type="dcterms:W3CDTF">2026-05-18T15:38:19Z</dcterms:modified>
  <cp:category/>
</cp:coreProperties>
</file>